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avec image et tableau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Première ligne de texte</a:t>
            </a:r>
          </a:p>
          <a:p>
            <a:r>
              <a:t>Deuxième ligne avec mots plus longs</a:t>
            </a:r>
          </a:p>
        </p:txBody>
      </p:sp>
      <p:pic>
        <p:nvPicPr>
          <p:cNvPr id="4" name="Picture 3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914400" cy="914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57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Capacité de concentration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Posner 1980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Bionique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Préfixes en gras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Casutt 2018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